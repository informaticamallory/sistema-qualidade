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por modulo. O panorama entrou nas linhas de Montagem e Injecao; a leitura de codigo, so na de Montagem.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457200"/>
          <a:ext cx="10607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montagem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em planilha Excel, lento; evidência por imagem exigia alimentar uma segunda planilha.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único, em abas ou visão geral, com checklist de critérios, fotos e validação que aponta o campo pendente; leitura de código de barras ou QR que confere o produto, e histórico da peça na mesma tela.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Injeção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no papel e depois repassado ao Excel — retrabalho e desgaste do inspetor.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pelo tablet, com máquina e molde selecionados, cotas críticas, avaliação Conforme / Não Conforme / N.A. e fotos da peça no próprio registro; histórico da peça na mesma tela.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em planilha; certificado em pasta de rede, solto do equipamento.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 completo no sistema, certificado PDF preso ao registro, alerta de vencimento e histórico por equipamento.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de recebimento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 em matriz, vários lotes juntos; não dava para aprovar lote a lote.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inspeção por lote, com várias notas fiscais, medição por posição e desenho técnico acessível.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de 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Cotas fixas numa linha do Excel; esgotada a tabela, copiava-se a aba inteira para editar.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e revisões cadastrados uma vez; inspeção sempre ligada à revisão vigente no momento da medição.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módulo a módulo, consolidação manual em planilha.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Fontes unificadas, filtros combinados e exportação formatada em um clique.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Evolução do Sistema da Qualidade — Antes × Depois</dc:title>
  <dc:subject>PptxGenJS Presentation</dc:subject>
  <dc:creator>Informática Mallory</dc:creator>
  <cp:lastModifiedBy>Informática Mallory</cp:lastModifiedBy>
  <cp:revision>1</cp:revision>
  <dcterms:created xsi:type="dcterms:W3CDTF">2026-09-22T15:05:35Z</dcterms:created>
  <dcterms:modified xsi:type="dcterms:W3CDTF">2026-09-22T15:05:35Z</dcterms:modified>
</cp:coreProperties>
</file>